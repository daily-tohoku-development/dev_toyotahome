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handoutMasterIdLst>
    <p:handoutMasterId r:id="rId7"/>
  </p:handoutMasterIdLst>
  <p:sldIdLst>
    <p:sldId id="385" r:id="rId5"/>
  </p:sldIdLst>
  <p:sldSz cx="9906000" cy="6858000" type="A4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4796"/>
    <a:srgbClr val="307988"/>
    <a:srgbClr val="00B0F0"/>
    <a:srgbClr val="FF9999"/>
    <a:srgbClr val="FFA7A7"/>
    <a:srgbClr val="F2F2F2"/>
    <a:srgbClr val="9DC3E6"/>
    <a:srgbClr val="E61673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45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264" y="7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FF0E5F46-31C8-41B4-8635-D54FE36E8C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B890B32-2F4F-4D8E-8B8D-8567C3A331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FECB57-339E-45B1-B7AA-6F1512DCB4D5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A3CE00E-61C1-4A99-AB0A-087817692C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748ECEB-6751-4B6D-B0F6-A91C32AF121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76F52B-0C40-4B65-8B2D-6FB0E98947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0002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C114E4-83E9-42C5-996E-14827EFE863B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E70EFD-534F-4D9B-A130-DD44C69AD7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3779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8971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常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75D8E0E-AE4F-4682-B977-0A54E562F6F8}"/>
              </a:ext>
            </a:extLst>
          </p:cNvPr>
          <p:cNvSpPr/>
          <p:nvPr userDrawn="1"/>
        </p:nvSpPr>
        <p:spPr>
          <a:xfrm>
            <a:off x="0" y="-1"/>
            <a:ext cx="9906000" cy="448887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08118B1-E888-475B-8BC8-D7906B4388C7}"/>
              </a:ext>
            </a:extLst>
          </p:cNvPr>
          <p:cNvSpPr txBox="1">
            <a:spLocks/>
          </p:cNvSpPr>
          <p:nvPr userDrawn="1"/>
        </p:nvSpPr>
        <p:spPr>
          <a:xfrm>
            <a:off x="7620708" y="651818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58CE5FD-D625-4962-A333-963EB4C400D3}" type="slidenum">
              <a:rPr lang="ja-JP" altLang="en-US" sz="800" smtClean="0">
                <a:latin typeface="游ゴシック" panose="020B0400000000000000" pitchFamily="50" charset="-128"/>
                <a:ea typeface="游ゴシック" panose="020B0400000000000000" pitchFamily="50" charset="-128"/>
              </a:rPr>
              <a:pPr/>
              <a:t>‹#›</a:t>
            </a:fld>
            <a:endParaRPr lang="ja-JP" altLang="en-US" sz="8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75837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674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699E3AE-CB99-44BE-988D-53A2C3414961}"/>
              </a:ext>
            </a:extLst>
          </p:cNvPr>
          <p:cNvSpPr/>
          <p:nvPr/>
        </p:nvSpPr>
        <p:spPr>
          <a:xfrm>
            <a:off x="241883" y="78984"/>
            <a:ext cx="9422234" cy="295145"/>
          </a:xfrm>
          <a:prstGeom prst="rect">
            <a:avLst/>
          </a:prstGeom>
        </p:spPr>
        <p:txBody>
          <a:bodyPr wrap="none" tIns="36000" bIns="36000" anchor="ctr">
            <a:noAutofit/>
          </a:bodyPr>
          <a:lstStyle/>
          <a:p>
            <a:pPr algn="ctr">
              <a:lnSpc>
                <a:spcPts val="1700"/>
              </a:lnSpc>
            </a:pPr>
            <a:r>
              <a:rPr lang="en-US" altLang="ja-JP" sz="1400" b="1" spc="100" dirty="0">
                <a:solidFill>
                  <a:srgbClr val="004796"/>
                </a:solidFill>
                <a:latin typeface="游ゴシック"/>
                <a:ea typeface="游ゴシック"/>
              </a:rPr>
              <a:t>GTM</a:t>
            </a:r>
            <a:r>
              <a:rPr lang="ja-JP" altLang="en-US" sz="1400" b="1" spc="100" dirty="0">
                <a:solidFill>
                  <a:srgbClr val="004796"/>
                </a:solidFill>
                <a:latin typeface="游ゴシック"/>
                <a:ea typeface="游ゴシック"/>
              </a:rPr>
              <a:t>タグ設定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FAD7D62-068E-4705-B037-D3B3CB1400CF}"/>
              </a:ext>
            </a:extLst>
          </p:cNvPr>
          <p:cNvSpPr/>
          <p:nvPr/>
        </p:nvSpPr>
        <p:spPr>
          <a:xfrm>
            <a:off x="1550377" y="1146394"/>
            <a:ext cx="6805246" cy="211498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&lt;!-- Google Tag Manager --&gt;</a:t>
            </a:r>
          </a:p>
          <a:p>
            <a:pPr>
              <a:lnSpc>
                <a:spcPct val="150000"/>
              </a:lnSpc>
            </a:pP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&lt;script&gt;(function(</a:t>
            </a:r>
            <a:r>
              <a:rPr lang="en-US" altLang="ja-JP" sz="1100" dirty="0" err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w,d,s,l,i</a:t>
            </a: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){w[l]=w[l]||[];w[l].push({'</a:t>
            </a:r>
            <a:r>
              <a:rPr lang="en-US" altLang="ja-JP" sz="1100" dirty="0" err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gtm.start</a:t>
            </a: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':</a:t>
            </a:r>
          </a:p>
          <a:p>
            <a:pPr>
              <a:lnSpc>
                <a:spcPct val="150000"/>
              </a:lnSpc>
            </a:pP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new Date().</a:t>
            </a:r>
            <a:r>
              <a:rPr lang="en-US" altLang="ja-JP" sz="1100" dirty="0" err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getTime</a:t>
            </a: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(),</a:t>
            </a:r>
            <a:r>
              <a:rPr lang="en-US" altLang="ja-JP" sz="1100" dirty="0" err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event:'gtm.js</a:t>
            </a: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'});var f=</a:t>
            </a:r>
            <a:r>
              <a:rPr lang="en-US" altLang="ja-JP" sz="1100" dirty="0" err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d.getElementsByTagName</a:t>
            </a: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(s)[0],</a:t>
            </a:r>
          </a:p>
          <a:p>
            <a:pPr>
              <a:lnSpc>
                <a:spcPct val="150000"/>
              </a:lnSpc>
            </a:pP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j=</a:t>
            </a:r>
            <a:r>
              <a:rPr lang="en-US" altLang="ja-JP" sz="1100" dirty="0" err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d.createElement</a:t>
            </a: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(s),dl=l!='</a:t>
            </a:r>
            <a:r>
              <a:rPr lang="en-US" altLang="ja-JP" sz="1100" dirty="0" err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dataLayer</a:t>
            </a: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'?'&amp;l='+l:'';</a:t>
            </a:r>
            <a:r>
              <a:rPr lang="en-US" altLang="ja-JP" sz="1100" dirty="0" err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j.async</a:t>
            </a: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=</a:t>
            </a:r>
            <a:r>
              <a:rPr lang="en-US" altLang="ja-JP" sz="1100" dirty="0" err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true;j.src</a:t>
            </a: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=</a:t>
            </a:r>
          </a:p>
          <a:p>
            <a:pPr>
              <a:lnSpc>
                <a:spcPct val="150000"/>
              </a:lnSpc>
            </a:pP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'https://www.googletagmanager.com/gtm.js?id='+i+dl;f.parentNode.insertBefore(j,f);</a:t>
            </a:r>
          </a:p>
          <a:p>
            <a:pPr>
              <a:lnSpc>
                <a:spcPct val="150000"/>
              </a:lnSpc>
            </a:pP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})(window,document,'script','dataLayer','GTM-T2WMPSB');&lt;/script&gt;</a:t>
            </a:r>
          </a:p>
          <a:p>
            <a:pPr>
              <a:lnSpc>
                <a:spcPct val="150000"/>
              </a:lnSpc>
            </a:pP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&lt;!-- End Google Tag Manager --&gt;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AED5679-EA3A-470A-B8EA-34BD72835B9D}"/>
              </a:ext>
            </a:extLst>
          </p:cNvPr>
          <p:cNvSpPr/>
          <p:nvPr/>
        </p:nvSpPr>
        <p:spPr>
          <a:xfrm>
            <a:off x="1378971" y="1098259"/>
            <a:ext cx="6805246" cy="19782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01ED8B7-A239-47E6-8E7C-D6A9CB3B619E}"/>
              </a:ext>
            </a:extLst>
          </p:cNvPr>
          <p:cNvSpPr/>
          <p:nvPr/>
        </p:nvSpPr>
        <p:spPr>
          <a:xfrm>
            <a:off x="1319150" y="461680"/>
            <a:ext cx="5789690" cy="4483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ja-JP" altLang="en-US" sz="1100" b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・下のコードをコピーして、ウェブサイトのすべてのページに貼り付け</a:t>
            </a:r>
          </a:p>
          <a:p>
            <a:pPr>
              <a:lnSpc>
                <a:spcPct val="150000"/>
              </a:lnSpc>
            </a:pPr>
            <a:r>
              <a:rPr lang="ja-JP" altLang="en-US" sz="1100" b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・このコードは、次のようにページの </a:t>
            </a:r>
            <a:r>
              <a:rPr lang="en-US" altLang="ja-JP" sz="1100" b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&lt;head&gt; </a:t>
            </a:r>
            <a:r>
              <a:rPr lang="ja-JP" altLang="en-US" sz="1100" b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内のなるべく上のほうに貼り付け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0777D01-D101-4BAD-8F6C-41191FB55DE3}"/>
              </a:ext>
            </a:extLst>
          </p:cNvPr>
          <p:cNvSpPr/>
          <p:nvPr/>
        </p:nvSpPr>
        <p:spPr>
          <a:xfrm>
            <a:off x="1532313" y="3913635"/>
            <a:ext cx="6805246" cy="128990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&lt;!-- Google Tag Manager (</a:t>
            </a:r>
            <a:r>
              <a:rPr lang="en-US" altLang="ja-JP" sz="1100" dirty="0" err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noscript</a:t>
            </a: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 --&gt;</a:t>
            </a:r>
          </a:p>
          <a:p>
            <a:pPr>
              <a:lnSpc>
                <a:spcPct val="150000"/>
              </a:lnSpc>
            </a:pP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&lt;</a:t>
            </a:r>
            <a:r>
              <a:rPr lang="en-US" altLang="ja-JP" sz="1100" dirty="0" err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noscript</a:t>
            </a: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&gt;&lt;iframe </a:t>
            </a:r>
            <a:r>
              <a:rPr lang="en-US" altLang="ja-JP" sz="1100" dirty="0" err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src</a:t>
            </a: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="https://www.googletagmanager.com/ns.html?id=GTM-T2WMPSB"</a:t>
            </a:r>
          </a:p>
          <a:p>
            <a:pPr>
              <a:lnSpc>
                <a:spcPct val="150000"/>
              </a:lnSpc>
            </a:pP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height="0" width="0" style="</a:t>
            </a:r>
            <a:r>
              <a:rPr lang="en-US" altLang="ja-JP" sz="1100" dirty="0" err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visibility:hidden</a:t>
            </a: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"&gt;&lt;/iframe&gt;&lt;/</a:t>
            </a:r>
            <a:r>
              <a:rPr lang="en-US" altLang="ja-JP" sz="1100" dirty="0" err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noscript</a:t>
            </a: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&lt;!-- End Google Tag Manager (</a:t>
            </a:r>
            <a:r>
              <a:rPr lang="en-US" altLang="ja-JP" sz="1100" dirty="0" err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noscript</a:t>
            </a: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 --&gt;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4B5B11A-38DA-4B85-9A99-6F9A09A417BF}"/>
              </a:ext>
            </a:extLst>
          </p:cNvPr>
          <p:cNvSpPr/>
          <p:nvPr/>
        </p:nvSpPr>
        <p:spPr>
          <a:xfrm>
            <a:off x="1360907" y="3812958"/>
            <a:ext cx="6805246" cy="14131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F1FB774-D5C7-42E6-91B2-137ECA527E93}"/>
              </a:ext>
            </a:extLst>
          </p:cNvPr>
          <p:cNvSpPr/>
          <p:nvPr/>
        </p:nvSpPr>
        <p:spPr>
          <a:xfrm>
            <a:off x="1524000" y="3232403"/>
            <a:ext cx="5789690" cy="4483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ja-JP" altLang="en-US" sz="1100" b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・また、開始タグ </a:t>
            </a:r>
            <a:r>
              <a:rPr lang="en-US" altLang="ja-JP" sz="1100" b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&lt;body&gt; </a:t>
            </a:r>
            <a:r>
              <a:rPr lang="ja-JP" altLang="en-US" sz="1100" b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の直後にこのコードを次のように貼り付け</a:t>
            </a:r>
          </a:p>
          <a:p>
            <a:pPr>
              <a:lnSpc>
                <a:spcPct val="150000"/>
              </a:lnSpc>
            </a:pPr>
            <a:r>
              <a:rPr lang="ja-JP" altLang="en-US" sz="1100" b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・</a:t>
            </a:r>
            <a:r>
              <a:rPr lang="en-US" altLang="ja-JP" sz="1100" b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WAF</a:t>
            </a:r>
            <a:r>
              <a:rPr lang="ja-JP" altLang="en-US" sz="1100" b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対策として一部コードをカスタマイズしているため、下記そのまま使用すること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A9966C2-065A-741D-0355-8BA2FB3B25C5}"/>
              </a:ext>
            </a:extLst>
          </p:cNvPr>
          <p:cNvSpPr/>
          <p:nvPr/>
        </p:nvSpPr>
        <p:spPr>
          <a:xfrm>
            <a:off x="1433576" y="5274943"/>
            <a:ext cx="5789690" cy="4483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b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・</a:t>
            </a:r>
            <a:r>
              <a:rPr lang="ja-JP" altLang="ja-JP" sz="1000" dirty="0">
                <a:solidFill>
                  <a:schemeClr val="tx1"/>
                </a:solidFill>
              </a:rPr>
              <a:t>パラメータ引継ぎコード</a:t>
            </a:r>
            <a:r>
              <a:rPr lang="ja-JP" altLang="en-US" sz="1000" dirty="0">
                <a:solidFill>
                  <a:schemeClr val="tx1"/>
                </a:solidFill>
              </a:rPr>
              <a:t>　</a:t>
            </a:r>
            <a:r>
              <a:rPr lang="en-US" altLang="ja-JP" sz="1000" dirty="0">
                <a:solidFill>
                  <a:schemeClr val="tx1"/>
                </a:solidFill>
              </a:rPr>
              <a:t>head</a:t>
            </a:r>
            <a:r>
              <a:rPr lang="ja-JP" altLang="ja-JP" sz="1000" dirty="0">
                <a:solidFill>
                  <a:schemeClr val="tx1"/>
                </a:solidFill>
              </a:rPr>
              <a:t>内に設置</a:t>
            </a:r>
          </a:p>
          <a:p>
            <a:pPr>
              <a:lnSpc>
                <a:spcPct val="150000"/>
              </a:lnSpc>
            </a:pPr>
            <a:endParaRPr lang="ja-JP" altLang="en-US" sz="1100" b="1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B12D48B-3F5D-16CA-CF9C-76E60C27A5EE}"/>
              </a:ext>
            </a:extLst>
          </p:cNvPr>
          <p:cNvSpPr/>
          <p:nvPr/>
        </p:nvSpPr>
        <p:spPr>
          <a:xfrm>
            <a:off x="1360907" y="5570764"/>
            <a:ext cx="6805246" cy="5700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A146F11-F52B-FDE6-64E1-8BB358B8EE39}"/>
              </a:ext>
            </a:extLst>
          </p:cNvPr>
          <p:cNvSpPr txBox="1"/>
          <p:nvPr/>
        </p:nvSpPr>
        <p:spPr>
          <a:xfrm>
            <a:off x="1524000" y="5702934"/>
            <a:ext cx="49523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12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&lt;/script&gt;&lt;script </a:t>
            </a:r>
            <a:r>
              <a:rPr lang="en-US" altLang="ja-JP" sz="1200" kern="100" dirty="0" err="1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src</a:t>
            </a:r>
            <a:r>
              <a:rPr lang="en-US" altLang="ja-JP" sz="12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="/assets/</a:t>
            </a:r>
            <a:r>
              <a:rPr lang="en-US" altLang="ja-JP" sz="1200" kern="100" dirty="0" err="1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js</a:t>
            </a:r>
            <a:r>
              <a:rPr lang="en-US" altLang="ja-JP" sz="12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/ad_cd_track.min.js"&gt;&lt;/script&gt;</a:t>
            </a:r>
            <a:endParaRPr lang="ja-JP" altLang="ja-JP" sz="1200" kern="100" dirty="0">
              <a:effectLst/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AE17D8D-97FF-81B9-96C4-A3B1BCEBA59D}"/>
              </a:ext>
            </a:extLst>
          </p:cNvPr>
          <p:cNvSpPr/>
          <p:nvPr/>
        </p:nvSpPr>
        <p:spPr>
          <a:xfrm>
            <a:off x="1450668" y="6116704"/>
            <a:ext cx="5789690" cy="4483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b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・</a:t>
            </a:r>
            <a:r>
              <a:rPr lang="ja-JP" altLang="en-US" sz="800" b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タイトルタグ</a:t>
            </a:r>
            <a:endParaRPr lang="ja-JP" altLang="ja-JP" sz="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ja-JP" altLang="en-US" sz="1100" b="1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DED50B2-9F3D-F88B-056F-104FBB9ADBD7}"/>
              </a:ext>
            </a:extLst>
          </p:cNvPr>
          <p:cNvSpPr/>
          <p:nvPr/>
        </p:nvSpPr>
        <p:spPr>
          <a:xfrm>
            <a:off x="1369453" y="6331340"/>
            <a:ext cx="6805246" cy="2831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09AAC27-AC17-FC1A-5C5D-F41EB8CD151E}"/>
              </a:ext>
            </a:extLst>
          </p:cNvPr>
          <p:cNvSpPr txBox="1"/>
          <p:nvPr/>
        </p:nvSpPr>
        <p:spPr>
          <a:xfrm>
            <a:off x="1524000" y="6374323"/>
            <a:ext cx="495230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800" dirty="0"/>
              <a:t>「全館空調」のある暮らしにフォーカス｜ 住宅・ハウスメーカーのトヨタホーム</a:t>
            </a:r>
            <a:endParaRPr lang="ja-JP" altLang="ja-JP" sz="800" kern="100" dirty="0">
              <a:effectLst/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577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B4BA0123708EC4B9A6EB83B29036BE6" ma:contentTypeVersion="2" ma:contentTypeDescription="新しいドキュメントを作成します。" ma:contentTypeScope="" ma:versionID="c45e794ae4c78402c03a952da94672a9">
  <xsd:schema xmlns:xsd="http://www.w3.org/2001/XMLSchema" xmlns:xs="http://www.w3.org/2001/XMLSchema" xmlns:p="http://schemas.microsoft.com/office/2006/metadata/properties" xmlns:ns2="6e10996e-7d94-4047-9fc8-de11968893e6" targetNamespace="http://schemas.microsoft.com/office/2006/metadata/properties" ma:root="true" ma:fieldsID="d856acef4643078853b1335a5e3a5d8c" ns2:_="">
    <xsd:import namespace="6e10996e-7d94-4047-9fc8-de11968893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10996e-7d94-4047-9fc8-de11968893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B7825E-BB99-4893-9D9A-91160C6F4A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3C519D-DBFB-4223-8F7F-3BBDE5DBFA92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6e10996e-7d94-4047-9fc8-de11968893e6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96C73F4-5E6D-4419-BC3A-6A7902022E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10996e-7d94-4047-9fc8-de11968893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1866</TotalTime>
  <Words>317</Words>
  <Application>Microsoft Office PowerPoint</Application>
  <PresentationFormat>A4 210 x 297 mm</PresentationFormat>
  <Paragraphs>20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游明朝</vt:lpstr>
      <vt:lpstr>Arial</vt:lpstr>
      <vt:lpstr>Calibri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・カンパニープロフィール 採用・人材開発編 （18年11月更新）</dc:title>
  <dc:creator>垣下 祐介</dc:creator>
  <cp:lastModifiedBy>佐藤 好文</cp:lastModifiedBy>
  <cp:revision>151</cp:revision>
  <cp:lastPrinted>2019-05-22T10:46:27Z</cp:lastPrinted>
  <dcterms:created xsi:type="dcterms:W3CDTF">2018-08-06T02:14:23Z</dcterms:created>
  <dcterms:modified xsi:type="dcterms:W3CDTF">2025-12-23T07:12:02Z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0x0101007B4BA0123708EC4B9A6EB83B29036BE6</vt:lpwstr>
  </property>
</Properties>
</file>